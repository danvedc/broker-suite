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CORREDORAS DE SEGUROS · VENEZUELA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BrokerCore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21945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integral para corredoras de seguros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690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Presentación de proyecto · Julio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corredora gestiona su operación en fragmentos.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corredoras de seguros venezolanas suelen gestionar su operación de forma manual y dispersa: asegurados en una planilla, pólizas en otra, comisiones de cada aseguradora en archivos sueltos, y cobranza reconstruida a mano al cierre de cada mes.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063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por captura manual, al transcribir el mismo dato entre planillas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20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repetido: la misma información se carga varias veces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977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vista consolidada del negocio en tiempo real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 web. Un solo lugar de verdad.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gestión integral, web, para corredoras de seguros, que centraliza toda la operación en una única plataforma accesible desde cualquier navegador.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DE PÓLIZA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 DE LA APLICACIÓN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MÓDULOS PRINCIPALES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módulos, una sola plataforma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6035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Asegurados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búsqueda de personas aseguradas por cédula de identidad.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Pólizas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completo (Persona/HCM, Auto, Patrimonial, Viaje, Fianza): alta, renovación, pagos y anulación.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Siniestros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Aval, Reembolso médico y Siniestro de Auto, con seguimiento por notas.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Comisiones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comisiones recibidas de las aseguradoras y reportes por ejecutivo.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Cobranza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 cobros de primas y proyección anual.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 negocio y reporte regulatorio Sudaseg.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y directa, a propósito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+ PyMySQL + MySQL/TiDB Cloud + Jinja2/Bootstrap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9516" y="2331720"/>
            <a:ext cx="1417320" cy="914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" y="23317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16836" y="27889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1428" y="2331720"/>
            <a:ext cx="1417320" cy="914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1428" y="23317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748" y="27889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63340" y="2331720"/>
            <a:ext cx="1417320" cy="914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23317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0660" y="27889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45252" y="2331720"/>
            <a:ext cx="1417320" cy="914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5252" y="23317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PyMySQL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2572" y="27889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27164" y="2331720"/>
            <a:ext cx="1417320" cy="914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7164" y="233172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TiDB Cloud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63340" y="3886200"/>
            <a:ext cx="1417320" cy="640080"/>
          </a:xfrm>
          <a:prstGeom prst="rect">
            <a:avLst/>
          </a:prstGeom>
          <a:solidFill>
            <a:srgbClr val="E7EEE3"/>
          </a:solidFill>
          <a:ln w="12700">
            <a:solidFill>
              <a:srgbClr val="93713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863340" y="38862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Jinja2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246120"/>
            <a:ext cx="0" cy="640080"/>
          </a:xfrm>
          <a:prstGeom prst="line">
            <a:avLst/>
          </a:prstGeom>
          <a:noFill/>
          <a:ln w="19050">
            <a:solidFill>
              <a:srgbClr val="93713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3886200"/>
            <a:ext cx="0" cy="0"/>
          </a:xfrm>
          <a:prstGeom prst="line">
            <a:avLst/>
          </a:prstGeom>
          <a:noFill/>
          <a:ln w="19050">
            <a:solidFill>
              <a:srgbClr val="93713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408176" y="3246120"/>
            <a:ext cx="0" cy="640080"/>
          </a:xfrm>
          <a:prstGeom prst="line">
            <a:avLst/>
          </a:prstGeom>
          <a:noFill/>
          <a:ln w="19050">
            <a:solidFill>
              <a:srgbClr val="93713D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recibe el HTML renderizado por la plantilla Jinja2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COMISIONES · EL CAMBIO DE HOY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flujo de comisiones se simplificó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749040" cy="32004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647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tarjetas de carga, una por aseguradora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807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Caracas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540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Mercantil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3009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Internacional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Oceánica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Pirámide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0416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Venezuela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2885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Universitas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53542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Banesco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3749040" cy="3200400"/>
          </a:xfrm>
          <a:prstGeom prst="rect">
            <a:avLst/>
          </a:prstGeom>
          <a:solidFill>
            <a:srgbClr val="E7EEE3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647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AHORA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formulario para todas las aseguradoras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651760"/>
            <a:ext cx="3291840" cy="64008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651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de Comisión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Recibida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3291840"/>
            <a:ext cx="0" cy="27432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83480" y="3566160"/>
            <a:ext cx="3291840" cy="64008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566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 Manual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297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formulario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DESPLIEGUE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rutas de despliegue, mismo código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749040" cy="2926080"/>
          </a:xfrm>
          <a:prstGeom prst="rect">
            <a:avLst/>
          </a:prstGeom>
          <a:solidFill>
            <a:srgbClr val="DCE6D5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21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actual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 por render.yaml. HTTPS y proceso del servidor (reinicios, logs) manejados automáticamente por la plataforma. Deploy con push a la rama conectada.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749040" cy="292608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221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portable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docker-compose.yml en el repositorio. Levanta el mismo código en cualquier proveedor con soporte de contenedores, sin instalar dependencias en el host.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está el proyecto hoy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7373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completo — alta de asegurado, póliza, cobro, comisión y reportes — funciona de punta a punta hoy en producción.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5146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es simple y directa a propósito: un monolito Flask sin capas de abstracción innecesarias, fácil de razonar para el equipo actual.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918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deuda técnica identificada y priorizada (sin tests automatizados, sin CSRF, sin connection pooling, entre otros).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33088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690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está activo y en uso, con una base de datos real en TiDB Cloud y despliegue reproducible tanto en Render como en Docker.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LIMITACIONES CONOCIDAS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 técnica identificada y priorizada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38328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3291840"/>
              </a:tblGrid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Ítem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Bloquea hoy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Esfuerzo del próximo paso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Controlador monolítico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(opcional)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connection pooling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CSRF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tests automatizados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(empezando por comisiones)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Blueprints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(junto al split del controlador)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Ahora, en vivo.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1945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asegurado → póliza → pago → comisión → reportes.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690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BrokerCore · Presentación de proyecto · Julio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2026-07-19T03:39:53Z</dcterms:created>
  <dcterms:modified xsi:type="dcterms:W3CDTF">2026-07-19T03:39:53Z</dcterms:modified>
</cp:coreProperties>
</file>