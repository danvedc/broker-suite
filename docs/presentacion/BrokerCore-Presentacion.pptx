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CORREDORAS DE SEGUROS · VENEZUELA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BrokerCore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658368" y="3063240"/>
            <a:ext cx="219456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4612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integral para corredoras de seguros: asegurados, pólizas, siniestros, comisiones y cobranza, en un solo lugar.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46908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 plataforma. Toda la operación.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corredora gestiona su operación en fragmentos.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corredoras de seguros venezolanas suelen gestionar su operación de forma manual y dispersa: asegurados en una planilla, pólizas en otra, comisiones de cada aseguradora en archivos sueltos, y cobranza reconstruida a mano al cierre de cada mes.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145536"/>
            <a:ext cx="128016" cy="1280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9" name="Text 7"/>
          <p:cNvSpPr/>
          <p:nvPr/>
        </p:nvSpPr>
        <p:spPr>
          <a:xfrm>
            <a:off x="932688" y="30632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por captura manual y duplicada de la misma información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602736"/>
            <a:ext cx="128016" cy="1280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35204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repetido entre planillas que no se hablan entre sí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59936"/>
            <a:ext cx="128016" cy="1280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97764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vista consolidada del negocio en tiempo real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SOLUCIÓN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plataforma web. Un solo lugar de verdad.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BrokerCore centraliza toda la operación diaria de la corredora en una única plataforma, accesible desde cualquier navegador, sin depender de planillas dispersas.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2377440" cy="137160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004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3152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MÓDULOS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3063240"/>
            <a:ext cx="2377440" cy="137160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2004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TIPOS DE PÓLIZA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3063240"/>
            <a:ext cx="2377440" cy="137160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32004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56D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35040" y="3931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ASEGURADORAS INTEGRADAS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MÓDULOS PRINCIPALES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Seis módulos, una sola plataforma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786384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60350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Asegurados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y búsqueda de personas aseguradas por cédula de identidad.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Pólizas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 completo (Persona/HCM, Auto, Patrimonial, Viaje, Fianza): alta, renovación, pagos y anulación.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Siniestros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Carta Aval, Reembolso médico y Siniestro de Auto, con seguimiento por notas.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Comisiones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 de comisiones recibidas de las aseguradoras y reportes por ejecutivo.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Cobranza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 de cobros de primas y proyección anual.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Reportes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de negocio y reporte regulatorio Sudaseg.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QUÉ QUEDA REGISTRADO, EN LA PRÁCTICA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dato en su lugar, listo para trabajar y auditar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se guarda con el detalle que el equipo necesita para trabajar el día a día y auditar después.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7863840" cy="2971800"/>
        </p:xfrm>
        <a:graphic>
          <a:graphicData uri="http://schemas.openxmlformats.org/drawingml/2006/table">
            <a:tbl>
              <a:tblPr/>
              <a:tblGrid>
                <a:gridCol w="1737360"/>
                <a:gridCol w="612648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Asegurados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Cédula, nombre, profesión, localidad, canal de captación y ejecutivo asignado.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Pólizas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Tipo, vigencia, prima y estado de cada cuota.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Pagos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Fecha, monto, moneda, tasa de cambio y método.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Comisiones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Monto recibido, aseguradora, ejecutivo y póliza asociada.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Siniestros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reclamación, notas de seguimiento y estado.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Reportes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Consolidado por ejecutivo, dashboard de negocio y reporte regulatorio Sudaseg.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y directa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del usuario recorre el mismo camino, sin atajos: se valida, se guarda y queda disponible al instante para todo el equipo.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99516" y="2057400"/>
            <a:ext cx="1417320" cy="77724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" y="20574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Navegador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16836" y="2446020"/>
            <a:ext cx="164592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81428" y="2057400"/>
            <a:ext cx="1417320" cy="77724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1428" y="20574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98748" y="2446020"/>
            <a:ext cx="164592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63340" y="2057400"/>
            <a:ext cx="1417320" cy="77724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3340" y="20574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Controlador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80660" y="2446020"/>
            <a:ext cx="164592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45252" y="2057400"/>
            <a:ext cx="1417320" cy="77724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5252" y="20574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PyMySQL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62572" y="2446020"/>
            <a:ext cx="164592" cy="0"/>
          </a:xfrm>
          <a:prstGeom prst="line">
            <a:avLst/>
          </a:prstGeom>
          <a:noFill/>
          <a:ln w="25400">
            <a:solidFill>
              <a:srgbClr val="1A56D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27164" y="2057400"/>
            <a:ext cx="1417320" cy="777240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7164" y="20574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624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60320" y="3337560"/>
            <a:ext cx="4023360" cy="502920"/>
          </a:xfrm>
          <a:prstGeom prst="rect">
            <a:avLst/>
          </a:prstGeom>
          <a:solidFill>
            <a:srgbClr val="E7EEE3"/>
          </a:solidFill>
          <a:ln w="12700">
            <a:solidFill>
              <a:srgbClr val="93713D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2560320" y="33375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Plantilla Jinja2  ←  Datos de vuelta al navegador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2834640"/>
            <a:ext cx="0" cy="502920"/>
          </a:xfrm>
          <a:prstGeom prst="line">
            <a:avLst/>
          </a:prstGeom>
          <a:noFill/>
          <a:ln w="19050">
            <a:solidFill>
              <a:srgbClr val="93713D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0" y="3337560"/>
            <a:ext cx="0" cy="0"/>
          </a:xfrm>
          <a:prstGeom prst="line">
            <a:avLst/>
          </a:prstGeom>
          <a:noFill/>
          <a:ln w="19050">
            <a:solidFill>
              <a:srgbClr val="93713D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40080" y="402336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capas innecesarias: menos piezas moviéndose, menos lugares donde algo puede fallar.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YA FUNCIONA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Dónde está el proyecto hoy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911096"/>
            <a:ext cx="128016" cy="1280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182880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camino completo — asegurado, póliza, cobro, comisión y reportes — funciona de punta a punta.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624328"/>
            <a:ext cx="128016" cy="1280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542032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simple y mantenible, sin piezas de más.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128016" cy="1280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255264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técnica identificada y priorizada, no descubierta a último momento.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050792"/>
            <a:ext cx="128016" cy="128016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968496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624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activo, en uso real por el equipo de la corredora.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LIMITACIONES CONOCIDAS Y PRÓXIMOS PASOS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Deuda técnica identificada y priorizada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338328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3291840"/>
              </a:tblGrid>
              <a:tr h="48332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EE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Ítem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7EE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Bloquea hoy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E7EEE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Esfuerzo del próximo paso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1B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Controlador monolítico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(opcional)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connection pooling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CSRF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tests automatizados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(empezando por comisiones)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E3"/>
                    </a:solidFill>
                  </a:tcPr>
                </a:tc>
              </a:tr>
              <a:tr h="48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4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Blueprints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75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(junto al split del controlador)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8BB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D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8924544" cy="4928616"/>
          </a:xfrm>
          <a:prstGeom prst="rect">
            <a:avLst/>
          </a:prstGeom>
          <a:ln w="12700">
            <a:solidFill>
              <a:srgbClr val="A8BBA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solidFill>
            <a:srgbClr val="DCE6D5"/>
          </a:solidFill>
          <a:ln w="12700">
            <a:solidFill>
              <a:srgbClr val="A8B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109728"/>
            <a:ext cx="5120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371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CIERRE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4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Ahora, en vivo.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658368" y="2697480"/>
            <a:ext cx="2194560" cy="54864"/>
          </a:xfrm>
          <a:prstGeom prst="rect">
            <a:avLst/>
          </a:prstGeom>
          <a:solidFill>
            <a:srgbClr val="1A56D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260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75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punta a punta: registrar un asegurado, su póliza, un pago, una comisión recibida, y cierre con el dashboard y el reporte Sudaseg.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69087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6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BrokerCore — gestión integral para corredoras de seguros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2026-07-19T16:05:35Z</dcterms:created>
  <dcterms:modified xsi:type="dcterms:W3CDTF">2026-07-19T16:05:35Z</dcterms:modified>
</cp:coreProperties>
</file>